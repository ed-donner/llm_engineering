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71" r:id="rId14"/>
    <p:sldId id="272" r:id="rId15"/>
    <p:sldId id="273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97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7E1E-4339-EB57-8D71-55D12A2A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FB60D-D42F-C7D9-BCD0-432D590CA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01768-E8E3-390D-1579-266528820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E9490-4927-82FB-9D3D-39F2100F8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53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E517-D340-EA3C-B5B9-DBCCB2B8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921E0-BC4A-373B-4B23-7E0249099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AEF7D-AAB8-049C-E372-2BB9F4AB2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24E30-7626-C220-6800-2EA03D86F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10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A2B0-AB77-A19F-BDF4-639FEF4F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163EC-504A-641A-178E-8A7488931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9867F-8570-44D6-0505-F1473C8C3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BE188-8D15-1FA3-779E-A7853EA02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03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C8CAF-5189-6970-BA13-F18DAE1B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306C0-3484-96B7-11A6-6A62C7212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0D36E-A50F-3558-8F6A-A9240F109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B4E55-695E-BD01-B5B1-455AA22FC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70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PitchHQ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86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1cb40a03-016b-4660-90ad-541cf8e1ea16?pitch-bytes=2858752&amp;pitch-content-type=image%2Fpng"/>
          <p:cNvPicPr>
            <a:picLocks noChangeAspect="1"/>
          </p:cNvPicPr>
          <p:nvPr/>
        </p:nvPicPr>
        <p:blipFill>
          <a:blip r:embed="rId3">
            <a:alphaModFix amt="8000"/>
            <a:blur rad="300"/>
          </a:blip>
          <a:srcRect/>
          <a:stretch/>
        </p:blipFill>
        <p:spPr>
          <a:xfrm>
            <a:off x="2025893" y="25167"/>
            <a:ext cx="5096811" cy="5096811"/>
          </a:xfrm>
          <a:prstGeom prst="rect">
            <a:avLst/>
          </a:prstGeom>
          <a:effectLst>
            <a:blur rad="381000"/>
          </a:effectLst>
        </p:spPr>
      </p:pic>
      <p:sp>
        <p:nvSpPr>
          <p:cNvPr id="4" name="Text 0"/>
          <p:cNvSpPr/>
          <p:nvPr/>
        </p:nvSpPr>
        <p:spPr>
          <a:xfrm>
            <a:off x="10852788" y="9643612"/>
            <a:ext cx="28515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80"/>
              </a:lnSpc>
            </a:pPr>
            <a:r>
              <a:rPr lang="en-US" sz="1100" b="0" u="none" dirty="0">
                <a:solidFill>
                  <a:srgbClr val="545465">
                    <a:alpha val="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XXX</a:t>
            </a:r>
            <a:endParaRPr lang="en-US" sz="1050" dirty="0"/>
          </a:p>
        </p:txBody>
      </p:sp>
      <p:pic>
        <p:nvPicPr>
          <p:cNvPr id="5" name="Image 1" descr="https://images.unsplash.com/photo-1518841586643-76e1998854db?crop=entropy&amp;cs=tinysrgb&amp;fit=max&amp;fm=jpg&amp;ixid=M3wyMTIyMnwwfDF8c2VhcmNofDJ8fGV2YW5nZWxpc218ZW58MHx8fHwxNzEzOTkzMzk2fDA&amp;ixlib=rb-4.0.3&amp;q=80&amp;w=1080"/>
          <p:cNvPicPr>
            <a:picLocks noChangeAspect="1"/>
          </p:cNvPicPr>
          <p:nvPr/>
        </p:nvPicPr>
        <p:blipFill>
          <a:blip r:embed="rId5"/>
          <a:srcRect t="11749" b="11749"/>
          <a:stretch/>
        </p:blipFill>
        <p:spPr>
          <a:xfrm>
            <a:off x="355049" y="596405"/>
            <a:ext cx="1887897" cy="2166442"/>
          </a:xfrm>
          <a:prstGeom prst="rect">
            <a:avLst/>
          </a:prstGeom>
        </p:spPr>
      </p:pic>
      <p:pic>
        <p:nvPicPr>
          <p:cNvPr id="6" name="Image 2" descr="https://images.unsplash.com/photo-1586210476705-423faf45445e?crop=entropy&amp;cs=tinysrgb&amp;fit=max&amp;fm=jpg&amp;ixid=M3wyMTIyMnwwfDF8c2VhcmNofDZ8fGV2YW5nZWxpc218ZW58MHx8fHwxNzEzOTkzMzk2fDA&amp;ixlib=rb-4.0.3&amp;q=80&amp;w=1080"/>
          <p:cNvPicPr>
            <a:picLocks noChangeAspect="1"/>
          </p:cNvPicPr>
          <p:nvPr/>
        </p:nvPicPr>
        <p:blipFill>
          <a:blip r:embed="rId6"/>
          <a:srcRect l="13972" r="13973"/>
          <a:stretch/>
        </p:blipFill>
        <p:spPr>
          <a:xfrm>
            <a:off x="2241350" y="642386"/>
            <a:ext cx="2316415" cy="2143384"/>
          </a:xfrm>
          <a:prstGeom prst="rect">
            <a:avLst/>
          </a:prstGeom>
        </p:spPr>
      </p:pic>
      <p:pic>
        <p:nvPicPr>
          <p:cNvPr id="7" name="Image 3" descr="https://images.unsplash.com/photo-1621354898916-3e81b78554f3?crop=entropy&amp;cs=tinysrgb&amp;fit=max&amp;fm=jpg&amp;ixid=M3wyMTIyMnwwfDF8c2VhcmNofDExfHxldmFuZ2VsaXNtfGVufDB8fHx8MTcxMzk5MzQwMXww&amp;ixlib=rb-4.0.3&amp;q=80&amp;w=1080"/>
          <p:cNvPicPr>
            <a:picLocks noChangeAspect="1"/>
          </p:cNvPicPr>
          <p:nvPr/>
        </p:nvPicPr>
        <p:blipFill>
          <a:blip r:embed="rId7"/>
          <a:srcRect l="18566" r="18566"/>
          <a:stretch/>
        </p:blipFill>
        <p:spPr>
          <a:xfrm>
            <a:off x="4572653" y="645358"/>
            <a:ext cx="1940173" cy="2057400"/>
          </a:xfrm>
          <a:prstGeom prst="rect">
            <a:avLst/>
          </a:prstGeom>
        </p:spPr>
      </p:pic>
      <p:pic>
        <p:nvPicPr>
          <p:cNvPr id="8" name="Image 4" descr="https://pitch-assets-ccb95893-de3f-4266-973c-20049231b248.s3.eu-west-1.amazonaws.com/4860844d-d4d7-45c5-8575-e42c9835fd6e?pitch-bytes=39180&amp;pitch-content-type=image%2Fjpeg"/>
          <p:cNvPicPr>
            <a:picLocks noChangeAspect="1"/>
          </p:cNvPicPr>
          <p:nvPr/>
        </p:nvPicPr>
        <p:blipFill>
          <a:blip r:embed="rId8"/>
          <a:srcRect l="22602" t="1870" r="22602" b="1870"/>
          <a:stretch/>
        </p:blipFill>
        <p:spPr>
          <a:xfrm>
            <a:off x="6515663" y="642386"/>
            <a:ext cx="2364339" cy="2076743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935308" y="3155872"/>
            <a:ext cx="57119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4500" b="1" kern="0" spc="-4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Evangelism </a:t>
            </a:r>
            <a:endParaRPr lang="en-US" sz="4500" dirty="0"/>
          </a:p>
          <a:p>
            <a:pPr algn="ctr">
              <a:lnSpc>
                <a:spcPts val="4500"/>
              </a:lnSpc>
            </a:pPr>
            <a:r>
              <a:rPr lang="en-US" sz="4500" b="1" kern="0" spc="-48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 2026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22244" y="0"/>
            <a:ext cx="2619829" cy="5143500"/>
          </a:xfrm>
          <a:prstGeom prst="roundRect">
            <a:avLst>
              <a:gd name="adj" fmla="val -34903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pitch-assets-ccb95893-de3f-4266-973c-20049231b248.s3.eu-west-1.amazonaws.com/19243a37-bda9-481c-b9a3-3f0ca123acb3?pitch-bytes=1757000&amp;pitch-content-type=image%2F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85997" y="-458151"/>
            <a:ext cx="4530720" cy="65609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2283" y="2184810"/>
            <a:ext cx="5333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0" kern="0" spc="-24" dirty="0">
                <a:gradFill>
                  <a:gsLst>
                    <a:gs pos="0">
                      <a:srgbClr val="7866F4"/>
                    </a:gs>
                    <a:gs pos="100000">
                      <a:srgbClr val="05B4FF"/>
                    </a:gs>
                  </a:gsLst>
                  <a:lin ang="18900000"/>
                </a:gradFill>
                <a:latin typeface="Poppins" pitchFamily="34" charset="0"/>
                <a:ea typeface="Poppins" pitchFamily="34" charset="-122"/>
                <a:cs typeface="Poppins" pitchFamily="34" charset="-120"/>
              </a:rPr>
              <a:t>Who are our members?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70505" y="1089730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70505" y="2844323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1650520" y="2429160"/>
            <a:ext cx="4053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8100"/>
              </a:lnSpc>
            </a:pPr>
            <a:r>
              <a:rPr lang="en-US" sz="4800" b="0" kern="0" spc="-24" dirty="0">
                <a:solidFill>
                  <a:srgbClr val="2B2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Workers</a:t>
            </a:r>
            <a:endParaRPr lang="en-US" sz="4800" dirty="0"/>
          </a:p>
        </p:txBody>
      </p:sp>
      <p:pic>
        <p:nvPicPr>
          <p:cNvPr id="9" name="Image 1" descr="https://external-media.api.pitch.com/provider/icons8/fluent/groups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739590" y="847299"/>
            <a:ext cx="1270009" cy="12700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22244" y="0"/>
            <a:ext cx="2619829" cy="5143500"/>
          </a:xfrm>
          <a:prstGeom prst="roundRect">
            <a:avLst>
              <a:gd name="adj" fmla="val -34903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471623378067-4bccc10be22d?crop=entropy&amp;cs=tinysrgb&amp;fit=max&amp;fm=jpg&amp;ixid=M3wyMTIyMnwwfDF8c2VhcmNofDUyfHx2aXNpb258ZW58MHx8fHwxNzE0MjA0NTIyfDA&amp;ixlib=rb-4.0.3&amp;q=80&amp;w=1080"/>
          <p:cNvPicPr>
            <a:picLocks noChangeAspect="1"/>
          </p:cNvPicPr>
          <p:nvPr/>
        </p:nvPicPr>
        <p:blipFill>
          <a:blip r:embed="rId3"/>
          <a:srcRect l="20048" r="16680"/>
          <a:stretch/>
        </p:blipFill>
        <p:spPr>
          <a:xfrm>
            <a:off x="5557404" y="0"/>
            <a:ext cx="5112342" cy="52748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0496" y="656893"/>
            <a:ext cx="3693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1" kern="0" spc="-24" dirty="0">
                <a:solidFill>
                  <a:srgbClr val="2B2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STATEMENT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70505" y="1318594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70505" y="2844323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228313" y="1324956"/>
            <a:ext cx="5129273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80"/>
              </a:lnSpc>
            </a:pPr>
            <a:r>
              <a:rPr lang="en-US" sz="18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Going beyond a Statement, Services and Sermon through constant partnership with the Holy Spirit to enable us serve and inspire others to join us as disciples of Christ. </a:t>
            </a:r>
            <a:r>
              <a:rPr lang="en-US" sz="1800" b="1" kern="0" spc="-12" dirty="0">
                <a:solidFill>
                  <a:srgbClr val="5454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(Gen 1:27, Mark 16:15)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11632765486-a01980e01a18?crop=entropy&amp;cs=tinysrgb&amp;fit=max&amp;fm=jpg&amp;ixid=M3wyMTIyMnwwfDF8c2VhcmNofDMxfHxWaXNpb258ZW58MHx8fHwxNzEzOTk0MzkzfDA&amp;ixlib=rb-4.0.3&amp;q=80&amp;w=1080"/>
          <p:cNvPicPr>
            <a:picLocks noChangeAspect="1"/>
          </p:cNvPicPr>
          <p:nvPr/>
        </p:nvPicPr>
        <p:blipFill>
          <a:blip r:embed="rId3"/>
          <a:srcRect l="16481" r="18905"/>
          <a:stretch/>
        </p:blipFill>
        <p:spPr>
          <a:xfrm>
            <a:off x="6649453" y="0"/>
            <a:ext cx="2494547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5856" y="218236"/>
            <a:ext cx="3693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1" kern="0" spc="-24" dirty="0">
                <a:solidFill>
                  <a:srgbClr val="2B2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MISSION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70505" y="1318594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70505" y="2844323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123417" y="676506"/>
            <a:ext cx="6397407" cy="408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80"/>
              </a:lnSpc>
            </a:pPr>
            <a:endParaRPr lang="en-US" sz="1600" dirty="0"/>
          </a:p>
          <a:p>
            <a:pPr marL="190500" indent="-190500" algn="just">
              <a:lnSpc>
                <a:spcPts val="2880"/>
              </a:lnSpc>
              <a:buSzPct val="100000"/>
              <a:buFont typeface="+mj-lt"/>
              <a:buAutoNum type="arabicPeriod"/>
            </a:pPr>
            <a:r>
              <a:rPr lang="en-US" sz="1600" b="0" kern="0" spc="-12" dirty="0">
                <a:solidFill>
                  <a:srgbClr val="5454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bring the church outside of the building.</a:t>
            </a:r>
            <a:endParaRPr lang="en-US" sz="1600" dirty="0"/>
          </a:p>
          <a:p>
            <a:pPr algn="just">
              <a:lnSpc>
                <a:spcPts val="2880"/>
              </a:lnSpc>
            </a:pPr>
            <a:r>
              <a:rPr lang="en-US" sz="16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n-US" sz="16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.To create self-sustaining, evangelistic/discipleship outreach movements where Christians know their faith, share their faith, and grow their faith.</a:t>
            </a:r>
            <a:endParaRPr lang="en-US" sz="1600" dirty="0"/>
          </a:p>
          <a:p>
            <a:pPr algn="just">
              <a:lnSpc>
                <a:spcPts val="2880"/>
              </a:lnSpc>
            </a:pPr>
            <a:r>
              <a:rPr lang="en-US" sz="16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r>
              <a:rPr lang="en-US" sz="16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move people from passive participation to active participation.</a:t>
            </a:r>
            <a:endParaRPr lang="en-US" sz="1600" dirty="0"/>
          </a:p>
          <a:p>
            <a:pPr algn="just">
              <a:lnSpc>
                <a:spcPts val="2880"/>
              </a:lnSpc>
            </a:pPr>
            <a:r>
              <a:rPr lang="en-US" sz="16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</a:t>
            </a:r>
            <a:r>
              <a:rPr lang="en-US" sz="16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train people on how to share the gospel and to help them discover how to incorporate evangelism in their daily lives.</a:t>
            </a:r>
            <a:endParaRPr lang="en-US" sz="1600" dirty="0"/>
          </a:p>
          <a:p>
            <a:pPr algn="just">
              <a:lnSpc>
                <a:spcPts val="2880"/>
              </a:lnSpc>
            </a:pPr>
            <a:r>
              <a:rPr lang="en-US" sz="16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11632765486-a01980e01a18?crop=entropy&amp;cs=tinysrgb&amp;fit=max&amp;fm=jpg&amp;ixid=M3wyMTIyMnwwfDF8c2VhcmNofDMxfHxWaXNpb258ZW58MHx8fHwxNzEzOTk0MzkzfDA&amp;ixlib=rb-4.0.3&amp;q=80&amp;w=1080"/>
          <p:cNvPicPr>
            <a:picLocks noChangeAspect="1"/>
          </p:cNvPicPr>
          <p:nvPr/>
        </p:nvPicPr>
        <p:blipFill>
          <a:blip r:embed="rId3"/>
          <a:srcRect l="16481" r="18905"/>
          <a:stretch/>
        </p:blipFill>
        <p:spPr>
          <a:xfrm>
            <a:off x="5658549" y="49237"/>
            <a:ext cx="3485451" cy="50942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6595" y="627227"/>
            <a:ext cx="3693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600"/>
              </a:lnSpc>
            </a:pPr>
            <a:r>
              <a:rPr lang="en-US" sz="3000" b="1" kern="0" spc="-24" dirty="0">
                <a:solidFill>
                  <a:srgbClr val="2B2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MISSION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36595" y="794827"/>
            <a:ext cx="5455313" cy="3311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80"/>
              </a:lnSpc>
            </a:pPr>
            <a:endParaRPr lang="en-US" sz="1800" dirty="0"/>
          </a:p>
          <a:p>
            <a:pPr algn="just">
              <a:lnSpc>
                <a:spcPts val="2880"/>
              </a:lnSpc>
            </a:pPr>
            <a:r>
              <a:rPr lang="en-US" sz="18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8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</a:t>
            </a:r>
            <a:r>
              <a:rPr lang="en-US" sz="18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focus as a church on Kingdom growth not on only church growth. </a:t>
            </a:r>
            <a:endParaRPr lang="en-US" sz="1800" dirty="0"/>
          </a:p>
          <a:p>
            <a:pPr algn="just">
              <a:lnSpc>
                <a:spcPts val="2880"/>
              </a:lnSpc>
            </a:pPr>
            <a:r>
              <a:rPr lang="en-US" sz="18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</a:t>
            </a:r>
            <a:r>
              <a:rPr lang="en-US" sz="18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organize outreach programs either monthly or quarterly  for the purpose of sharing the gospel and creating awareness about the church.</a:t>
            </a:r>
            <a:endParaRPr lang="en-US" sz="1800" dirty="0"/>
          </a:p>
          <a:p>
            <a:pPr algn="just">
              <a:lnSpc>
                <a:spcPts val="2880"/>
              </a:lnSpc>
            </a:pPr>
            <a:r>
              <a:rPr lang="en-US" sz="18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 </a:t>
            </a:r>
            <a:r>
              <a:rPr lang="en-US" sz="18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help push forward the existing strategy and to create new ways by the help of God to promote and increase church growth.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22244" y="0"/>
            <a:ext cx="2619829" cy="5143500"/>
          </a:xfrm>
          <a:prstGeom prst="roundRect">
            <a:avLst>
              <a:gd name="adj" fmla="val -34903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pitch-static-assets.imgix.net/stickers/teamwork/teamwork_w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4182">
            <a:off x="4821168" y="661416"/>
            <a:ext cx="4320668" cy="3473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355" y="1829870"/>
            <a:ext cx="442686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500"/>
              </a:lnSpc>
            </a:pPr>
            <a:r>
              <a:rPr lang="en-US" sz="4500" b="1" kern="0" spc="-48" dirty="0">
                <a:solidFill>
                  <a:srgbClr val="586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our </a:t>
            </a:r>
            <a:endParaRPr lang="en-US" sz="4500" dirty="0"/>
          </a:p>
          <a:p>
            <a:pPr algn="ctr">
              <a:lnSpc>
                <a:spcPts val="4500"/>
              </a:lnSpc>
            </a:pPr>
            <a:r>
              <a:rPr lang="en-US" sz="4500" b="1" kern="0" spc="-48" dirty="0">
                <a:solidFill>
                  <a:srgbClr val="586E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Strategies?</a:t>
            </a:r>
            <a:endParaRPr lang="en-US" sz="4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42744173-8e7e53415bb0?crop=entropy&amp;cs=tinysrgb&amp;fit=max&amp;fm=jpg&amp;ixid=M3wyMTIyMnwwfDF8c2VhcmNofDJ8fHRyYWluaW5nfGVufDB8fHx8MTcxNDE1MTU5NHww&amp;ixlib=rb-4.0.3&amp;q=80&amp;w=1080"/>
          <p:cNvPicPr>
            <a:picLocks noChangeAspect="1"/>
          </p:cNvPicPr>
          <p:nvPr/>
        </p:nvPicPr>
        <p:blipFill>
          <a:blip r:embed="rId3"/>
          <a:srcRect l="12280" r="23106"/>
          <a:stretch/>
        </p:blipFill>
        <p:spPr>
          <a:xfrm>
            <a:off x="4842564" y="-1"/>
            <a:ext cx="4301436" cy="51434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8879" y="1697195"/>
            <a:ext cx="46761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start by empowering the workforce through training and development on evangelism.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606166187734-a4cb74079037?crop=entropy&amp;cs=tinysrgb&amp;fit=max&amp;fm=jpg&amp;ixid=M3wyMTIyMnwwfDF8c2VhcmNofDQ3fHxzaWNrJTIwcGF0aWVudHxlbnwwfHx8fDE3MTQyMDI5NTF8MA&amp;ixlib=rb-4.0.3&amp;q=80&amp;w=1080"/>
          <p:cNvPicPr>
            <a:picLocks noChangeAspect="1"/>
          </p:cNvPicPr>
          <p:nvPr/>
        </p:nvPicPr>
        <p:blipFill>
          <a:blip r:embed="rId3"/>
          <a:srcRect l="28762" r="6625"/>
          <a:stretch/>
        </p:blipFill>
        <p:spPr>
          <a:xfrm>
            <a:off x="5012593" y="1"/>
            <a:ext cx="4131407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8879" y="1631713"/>
            <a:ext cx="46761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visiting hospitals in order to pray for the sick and share the gospel.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9A661-4361-FEFE-DA29-11C21F8C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DDC3DF2-BDC6-0A93-56A7-F473DF552149}"/>
              </a:ext>
            </a:extLst>
          </p:cNvPr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C7CDC2E-3398-7B30-0CE9-B395A5008E60}"/>
              </a:ext>
            </a:extLst>
          </p:cNvPr>
          <p:cNvSpPr/>
          <p:nvPr/>
        </p:nvSpPr>
        <p:spPr>
          <a:xfrm>
            <a:off x="238879" y="1631713"/>
            <a:ext cx="3655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visiting Prisons in order to pray and share the gospel.</a:t>
            </a:r>
            <a:endParaRPr lang="en-US" sz="1350" dirty="0"/>
          </a:p>
        </p:txBody>
      </p:sp>
      <p:pic>
        <p:nvPicPr>
          <p:cNvPr id="9" name="Picture 8" descr="Several men in orange uniforms in a prison&#10;&#10;Description automatically generated">
            <a:extLst>
              <a:ext uri="{FF2B5EF4-FFF2-40B4-BE49-F238E27FC236}">
                <a16:creationId xmlns:a16="http://schemas.microsoft.com/office/drawing/2014/main" id="{F79A10E7-A742-AA28-2384-20E27219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602" y="604710"/>
            <a:ext cx="4772632" cy="386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9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608727512532-7c4eda8838cf?crop=entropy&amp;cs=tinysrgb&amp;fit=max&amp;fm=jpg&amp;ixid=M3wyMTIyMnwwfDF8c2VhcmNofDE5fHxpbW1pZ3JhbnQlMjBhdCUyMGFpcnBvcnR8ZW58MHx8fHwxNzE0MjAzMjAyfDA&amp;ixlib=rb-4.0.3&amp;q=80&amp;w=1080"/>
          <p:cNvPicPr>
            <a:picLocks noChangeAspect="1"/>
          </p:cNvPicPr>
          <p:nvPr/>
        </p:nvPicPr>
        <p:blipFill>
          <a:blip r:embed="rId3"/>
          <a:srcRect l="28663" r="7085"/>
          <a:stretch/>
        </p:blipFill>
        <p:spPr>
          <a:xfrm>
            <a:off x="5822969" y="0"/>
            <a:ext cx="3321031" cy="5143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0505" y="2844323"/>
            <a:ext cx="5334000" cy="0"/>
          </a:xfrm>
          <a:prstGeom prst="line">
            <a:avLst/>
          </a:prstGeom>
          <a:solidFill>
            <a:srgbClr val="334AC0"/>
          </a:solidFill>
          <a:ln w="5292">
            <a:solidFill>
              <a:srgbClr val="DDD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107916" y="1165157"/>
            <a:ext cx="5650111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endParaRPr lang="en-US" sz="2400" dirty="0"/>
          </a:p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targeting immigrants either at the airport or through social media platforms and assisting them with the necessary guidance and support.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51386170-8b63c22c94e8?crop=entropy&amp;cs=tinysrgb&amp;fit=max&amp;fm=jpg&amp;ixid=M3wyMTIyMnwwfDF8c2VhcmNofDEwfHxjb21tdW5pdHklMjBzZXJ2aWNlfGVufDB8fHx8MTcxNDIwMzI4M3ww&amp;ixlib=rb-4.0.3&amp;q=80&amp;w=1080"/>
          <p:cNvPicPr>
            <a:picLocks noChangeAspect="1"/>
          </p:cNvPicPr>
          <p:nvPr/>
        </p:nvPicPr>
        <p:blipFill>
          <a:blip r:embed="rId3"/>
          <a:srcRect l="16517" r="18784"/>
          <a:stretch/>
        </p:blipFill>
        <p:spPr>
          <a:xfrm>
            <a:off x="5349460" y="0"/>
            <a:ext cx="3792612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320676"/>
            <a:ext cx="4841708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4800"/>
              </a:lnSpc>
            </a:pPr>
            <a:endParaRPr lang="en-US" sz="3000" dirty="0"/>
          </a:p>
          <a:p>
            <a:pPr algn="l">
              <a:lnSpc>
                <a:spcPts val="4800"/>
              </a:lnSpc>
            </a:pPr>
            <a:r>
              <a:rPr lang="en-US" sz="30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ensuring community service outreach is taking seriously.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21337581100-8ca9a73a5f79?crop=entropy&amp;cs=tinysrgb&amp;fit=max&amp;fm=jpg&amp;ixid=M3wyMTIyMnwwfDF8c2VhcmNofDcwfHxjb25jZXJ0JTIwb3V0cmVhY2glMjBhdCUyMGdhcmV8ZW58MHx8fHwxNzE0MjAzNjE3fDA&amp;ixlib=rb-4.0.3&amp;q=80&amp;w=1080"/>
          <p:cNvPicPr>
            <a:picLocks noChangeAspect="1"/>
          </p:cNvPicPr>
          <p:nvPr/>
        </p:nvPicPr>
        <p:blipFill>
          <a:blip r:embed="rId3"/>
          <a:srcRect l="6903" r="20710"/>
          <a:stretch/>
        </p:blipFill>
        <p:spPr>
          <a:xfrm>
            <a:off x="5224947" y="-27678"/>
            <a:ext cx="3919053" cy="5143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320676"/>
            <a:ext cx="465969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organizing community outdoor programs at major Gare, Parks etc.</a:t>
            </a:r>
            <a:endParaRPr lang="en-US" sz="2400" dirty="0"/>
          </a:p>
          <a:p>
            <a:pPr algn="l">
              <a:lnSpc>
                <a:spcPts val="384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C53F4-9ECA-4B3E-7DA8-3D467D32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2B7BD39-B9A5-9617-1F91-A802CF53E836}"/>
              </a:ext>
            </a:extLst>
          </p:cNvPr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37B9EAA-D7A0-75C3-BC22-4214872C01C3}"/>
              </a:ext>
            </a:extLst>
          </p:cNvPr>
          <p:cNvSpPr/>
          <p:nvPr/>
        </p:nvSpPr>
        <p:spPr>
          <a:xfrm>
            <a:off x="251167" y="369527"/>
            <a:ext cx="4320833" cy="371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FORMATS OF EVANGELSM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Evangelism : leveraging the social media to create evangelistic centered contents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Including: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Podcast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graphical designs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3840"/>
              </a:lnSpc>
            </a:pPr>
            <a:endParaRPr lang="en-US" sz="2400" dirty="0"/>
          </a:p>
        </p:txBody>
      </p:sp>
      <p:pic>
        <p:nvPicPr>
          <p:cNvPr id="9" name="Picture 8" descr="A group of electronic devices&#10;&#10;Description automatically generated">
            <a:extLst>
              <a:ext uri="{FF2B5EF4-FFF2-40B4-BE49-F238E27FC236}">
                <a16:creationId xmlns:a16="http://schemas.microsoft.com/office/drawing/2014/main" id="{BAADB67C-A43B-5A40-1971-C23082BD5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156" y="369527"/>
            <a:ext cx="4188423" cy="443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8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6CD8B-DE1B-F533-53FB-F9B8B8AC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71823C5F-E225-150D-CC12-B01B4C51FFF1}"/>
              </a:ext>
            </a:extLst>
          </p:cNvPr>
          <p:cNvSpPr/>
          <p:nvPr/>
        </p:nvSpPr>
        <p:spPr>
          <a:xfrm>
            <a:off x="370741" y="362493"/>
            <a:ext cx="7218779" cy="371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DEPARTMENTAL PARTNER FOR EVANGELISM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 (Contents and designs)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Choir (Outdoor musical evangelism)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Prayer (Always pray for Souls)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Hospitality (Handles logistics for outdoor outreaches (Prison &amp; Hospital))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384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152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045B0-0600-D7CD-31F6-178FA4AA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7508FC03-2A89-8C15-BD30-AD8ABEB4F7F1}"/>
              </a:ext>
            </a:extLst>
          </p:cNvPr>
          <p:cNvSpPr/>
          <p:nvPr/>
        </p:nvSpPr>
        <p:spPr>
          <a:xfrm>
            <a:off x="3303855" y="953338"/>
            <a:ext cx="1887123" cy="5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EVENTS DATE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3840"/>
              </a:lnSpc>
            </a:pPr>
            <a:endParaRPr 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C7DAD1-67B8-2A44-32DF-3B6733DDA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17115"/>
              </p:ext>
            </p:extLst>
          </p:nvPr>
        </p:nvGraphicFramePr>
        <p:xfrm>
          <a:off x="1524000" y="163703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234917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33375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1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26th/04/2025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0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 Air Worship Event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23rd/08/2025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Prison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13th/12/2025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725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172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https://images.unsplash.com/photo-1523875194681-bedd468c58bf?crop=entropy&amp;cs=tinysrgb&amp;fit=max&amp;fm=jpg&amp;ixid=M3wyMTIyMnwwfDF8c2VhcmNofDN8fGV4aXN0aW5nJTIwc3RyYXRlZ3l8ZW58MHx8fHwxNzE0MjA2ODUyfDA&amp;ixlib=rb-4.0.3&amp;q=80&amp;w=1080"/>
          <p:cNvPicPr>
            <a:picLocks noChangeAspect="1"/>
          </p:cNvPicPr>
          <p:nvPr/>
        </p:nvPicPr>
        <p:blipFill>
          <a:blip r:embed="rId3"/>
          <a:srcRect l="32968" r="2424"/>
          <a:stretch/>
        </p:blipFill>
        <p:spPr>
          <a:xfrm>
            <a:off x="4923125" y="0"/>
            <a:ext cx="4220875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3435" y="706786"/>
            <a:ext cx="465969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2400" dirty="0"/>
          </a:p>
          <a:p>
            <a:pPr algn="l">
              <a:lnSpc>
                <a:spcPts val="3840"/>
              </a:lnSpc>
            </a:pPr>
            <a:r>
              <a:rPr lang="en-US" sz="24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</a:t>
            </a:r>
            <a:endParaRPr lang="en-US" sz="2400" dirty="0"/>
          </a:p>
          <a:p>
            <a:pPr algn="l">
              <a:lnSpc>
                <a:spcPts val="3840"/>
              </a:lnSpc>
            </a:pPr>
            <a:r>
              <a:rPr lang="en-US" sz="2400" b="0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existing strategy such as the games night, Seminars still continues.</a:t>
            </a:r>
            <a:endParaRPr lang="en-US" sz="2400" dirty="0"/>
          </a:p>
          <a:p>
            <a:pPr algn="l">
              <a:lnSpc>
                <a:spcPts val="384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4303" y="0"/>
            <a:ext cx="2287769" cy="5143500"/>
          </a:xfrm>
          <a:prstGeom prst="roundRect">
            <a:avLst>
              <a:gd name="adj" fmla="val -39969"/>
            </a:avLst>
          </a:prstGeom>
          <a:solidFill>
            <a:srgbClr val="F6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67453" y="1936501"/>
            <a:ext cx="5440618" cy="1270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800"/>
              </a:lnSpc>
            </a:pPr>
            <a:r>
              <a:rPr lang="en-US" sz="6800" b="1" kern="0" spc="-12" dirty="0">
                <a:solidFill>
                  <a:srgbClr val="54546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750" dirty="0"/>
          </a:p>
        </p:txBody>
      </p:sp>
      <p:pic>
        <p:nvPicPr>
          <p:cNvPr id="7" name="Image 0" descr="https://pitch-static-assets.imgix.net/stickers/otto/otto_l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4182">
            <a:off x="5244592" y="394130"/>
            <a:ext cx="3473817" cy="3473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On-screen Show (16:9)</PresentationFormat>
  <Paragraphs>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Lato</vt:lpstr>
      <vt:lpstr>Poppins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>PptxGenJS Presentation</dc:subject>
  <dc:creator>Pitch Software GmbH</dc:creator>
  <cp:lastModifiedBy>Victor Viayilo HABILA</cp:lastModifiedBy>
  <cp:revision>9</cp:revision>
  <dcterms:created xsi:type="dcterms:W3CDTF">2024-04-27T08:40:41Z</dcterms:created>
  <dcterms:modified xsi:type="dcterms:W3CDTF">2025-12-24T19:50:52Z</dcterms:modified>
</cp:coreProperties>
</file>